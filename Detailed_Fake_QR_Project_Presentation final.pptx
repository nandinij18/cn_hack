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7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3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1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8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9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3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28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29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73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82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0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84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2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3611" y="2370668"/>
            <a:ext cx="5108131" cy="1326262"/>
          </a:xfrm>
        </p:spPr>
        <p:txBody>
          <a:bodyPr>
            <a:normAutofit fontScale="90000"/>
          </a:bodyPr>
          <a:lstStyle/>
          <a:p>
            <a:r>
              <a:rPr dirty="0"/>
              <a:t>Fake QR Code &amp; Malicious Link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69664" y="3886200"/>
            <a:ext cx="3602736" cy="1752600"/>
          </a:xfrm>
        </p:spPr>
        <p:txBody>
          <a:bodyPr>
            <a:normAutofit/>
          </a:bodyPr>
          <a:lstStyle/>
          <a:p>
            <a:r>
              <a:rPr lang="en-IN" sz="2000" dirty="0"/>
              <a:t>  j.nandini-2420030262</a:t>
            </a:r>
          </a:p>
          <a:p>
            <a:r>
              <a:rPr lang="en-IN" sz="2000" dirty="0" err="1"/>
              <a:t>s.Sai</a:t>
            </a:r>
            <a:r>
              <a:rPr lang="en-IN" sz="2000" dirty="0"/>
              <a:t> Saranya-2420030266</a:t>
            </a:r>
          </a:p>
          <a:p>
            <a:r>
              <a:rPr lang="en-IN" sz="2000" dirty="0"/>
              <a:t>CN S-2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 codes are widely used in digital payments, restaurants, and advertisements.</a:t>
            </a:r>
          </a:p>
          <a:p>
            <a:r>
              <a:t>Users cannot see the hidden URL before opening.</a:t>
            </a:r>
          </a:p>
          <a:p>
            <a:r>
              <a:t>Attackers exploit this by placing fake QR codes.</a:t>
            </a:r>
          </a:p>
          <a:p>
            <a:r>
              <a:t>This leads to phishing attacks and financial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 codes open links directly without verification.</a:t>
            </a:r>
          </a:p>
          <a:p>
            <a:r>
              <a:t>Users unknowingly visit malicious websites.</a:t>
            </a:r>
          </a:p>
          <a:p>
            <a:r>
              <a:t>Sensitive information like passwords and banking details can be stolen.</a:t>
            </a:r>
          </a:p>
          <a:p>
            <a:r>
              <a:t>There is no security layer before accessing the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system that verifies QR code URLs before opening them.</a:t>
            </a:r>
          </a:p>
          <a:p>
            <a:r>
              <a:t>To detect malicious and phishing links.</a:t>
            </a:r>
          </a:p>
          <a:p>
            <a:r>
              <a:t>To classify links into Safe, Suspicious, or Dangerous.</a:t>
            </a:r>
          </a:p>
          <a:p>
            <a:r>
              <a:t>To prevent fraud and enhance user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 QR code and extract the embedded URL.</a:t>
            </a:r>
          </a:p>
          <a:p>
            <a:r>
              <a:t>Analyze URL using predefined security rules.</a:t>
            </a:r>
          </a:p>
          <a:p>
            <a:r>
              <a:t>Calculate risk score based on detection logic.</a:t>
            </a:r>
          </a:p>
          <a:p>
            <a:r>
              <a:t>Display warning to user before opening the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scans QR code.</a:t>
            </a:r>
          </a:p>
          <a:p>
            <a:r>
              <a:t>System extracts URL.</a:t>
            </a:r>
          </a:p>
          <a:p>
            <a:r>
              <a:t>URL sent to risk analysis engine.</a:t>
            </a:r>
          </a:p>
          <a:p>
            <a:r>
              <a:t>Engine checks multiple security parameters.</a:t>
            </a:r>
          </a:p>
          <a:p>
            <a:r>
              <a:t>System classifies and displays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if URL uses HTTP instead of HTTPS.</a:t>
            </a:r>
          </a:p>
          <a:p>
            <a:r>
              <a:t>Detect suspicious keywords like login, verify, bank.</a:t>
            </a:r>
          </a:p>
          <a:p>
            <a:r>
              <a:t>Identify IP-based URLs instead of domain names.</a:t>
            </a:r>
          </a:p>
          <a:p>
            <a:r>
              <a:t>Analyze URL length and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Kali Linux – Testing and simulation environment.</a:t>
            </a:r>
          </a:p>
          <a:p>
            <a:r>
              <a:t>Python – Programming language for logic implementation.</a:t>
            </a:r>
          </a:p>
          <a:p>
            <a:r>
              <a:t>qrcode Library – For QR code generation.</a:t>
            </a:r>
          </a:p>
          <a:p>
            <a:r>
              <a:t>Nano Editor – For writing and editing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Install required libraries.</a:t>
            </a:r>
          </a:p>
          <a:p>
            <a:r>
              <a:t>Step 2: Create QR generator program.</a:t>
            </a:r>
          </a:p>
          <a:p>
            <a:r>
              <a:t>Step 3: Generate QR code for a sample URL.</a:t>
            </a:r>
          </a:p>
          <a:p>
            <a:r>
              <a:t>Step 4: Create detector program.</a:t>
            </a:r>
          </a:p>
          <a:p>
            <a:r>
              <a:t>Step 5: Run detector and classify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QR code placed in a restaurant.</a:t>
            </a:r>
          </a:p>
          <a:p>
            <a:r>
              <a:t>User scans QR code.</a:t>
            </a:r>
          </a:p>
          <a:p>
            <a:r>
              <a:t>Normal system opens phishing site.</a:t>
            </a:r>
          </a:p>
          <a:p>
            <a:r>
              <a:t>Our system analyzes and detects malicious link.</a:t>
            </a:r>
          </a:p>
          <a:p>
            <a:r>
              <a:t>Fraud attempt is prevented.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UPI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can also analyze UPI payment links.</a:t>
            </a:r>
          </a:p>
          <a:p>
            <a:r>
              <a:t>Checks UPI ID format and validity.</a:t>
            </a:r>
          </a:p>
          <a:p>
            <a:r>
              <a:t>Detects abnormal transaction amounts.</a:t>
            </a:r>
          </a:p>
          <a:p>
            <a:r>
              <a:t>Identifies suspicious UPI handles.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→ No issues detected.</a:t>
            </a:r>
          </a:p>
          <a:p>
            <a:r>
              <a:t>Suspicious → Some risks found.</a:t>
            </a:r>
          </a:p>
          <a:p>
            <a:r>
              <a:t>Dangerous → High probability of phishing attack.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fraud before it happens.</a:t>
            </a:r>
          </a:p>
          <a:p>
            <a:r>
              <a:t>Simple and lightweight system.</a:t>
            </a:r>
          </a:p>
          <a:p>
            <a:r>
              <a:t>Can be integrated into mobile apps.</a:t>
            </a:r>
          </a:p>
          <a:p>
            <a:r>
              <a:t>Enhances user awareness and security.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AI/ML for smarter detection.</a:t>
            </a:r>
          </a:p>
          <a:p>
            <a:r>
              <a:t>Real-time blacklist database.</a:t>
            </a:r>
          </a:p>
          <a:p>
            <a:r>
              <a:t>Mobile application development.</a:t>
            </a:r>
          </a:p>
          <a:p>
            <a:r>
              <a:t>Browser extension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 phishing is a growing cybersecurity threat.</a:t>
            </a:r>
          </a:p>
          <a:p>
            <a:r>
              <a:t>Our system provides a preventive solution.</a:t>
            </a:r>
          </a:p>
          <a:p>
            <a:r>
              <a:t>Ensures safe scanning and secure browsing.</a:t>
            </a:r>
          </a:p>
          <a:p>
            <a:r>
              <a:t>Can protect users in real-world scenarios.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475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Fake QR Code &amp; Malicious Link Detector</vt:lpstr>
      <vt:lpstr>Introduction</vt:lpstr>
      <vt:lpstr>Problem Statement</vt:lpstr>
      <vt:lpstr>Objective</vt:lpstr>
      <vt:lpstr>Proposed Solution</vt:lpstr>
      <vt:lpstr>System Architecture</vt:lpstr>
      <vt:lpstr>Detection Parameters</vt:lpstr>
      <vt:lpstr>Tools Used</vt:lpstr>
      <vt:lpstr>Implementation Steps</vt:lpstr>
      <vt:lpstr>Case Study</vt:lpstr>
      <vt:lpstr>UPI Extension</vt:lpstr>
      <vt:lpstr>Output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 Jarugula</dc:creator>
  <cp:keywords/>
  <dc:description>generated using python-pptx</dc:description>
  <cp:lastModifiedBy>Nandini Jarugula</cp:lastModifiedBy>
  <cp:revision>2</cp:revision>
  <dcterms:created xsi:type="dcterms:W3CDTF">2013-01-27T09:14:16Z</dcterms:created>
  <dcterms:modified xsi:type="dcterms:W3CDTF">2026-03-31T14:45:47Z</dcterms:modified>
  <cp:category/>
</cp:coreProperties>
</file>